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FF5050"/>
    <a:srgbClr val="FFE5E5"/>
    <a:srgbClr val="FFCCCC"/>
    <a:srgbClr val="FF9999"/>
    <a:srgbClr val="FF7C80"/>
    <a:srgbClr val="FF9966"/>
    <a:srgbClr val="156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056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6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519490-C0DB-4DD4-9417-6BC140DA58B2}" type="datetimeFigureOut">
              <a:rPr lang="ru-RU" smtClean="0"/>
              <a:t>12.04.2026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5A7BAE-784E-4F64-B55B-0A83DC9B81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51590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110C5D-9B33-8486-954B-28B9C7C6F3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778D13F-6975-7644-1B20-EEA995B351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26C9178-2D78-E33C-1B4D-C408C7600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19F49-9127-45EC-B031-5B1B1675F9A8}" type="datetimeFigureOut">
              <a:rPr lang="ru-RU" smtClean="0"/>
              <a:t>12.04.2026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E7C1B9C-1B59-3E6E-FDCB-B10A933F7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C8BE13D-C407-0097-DB85-278C3E228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60AEB-2D89-42F0-8441-4EAF7B999E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74501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9B5D9A-1B6F-0B17-71FA-CE775AE2B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A633EE1-D570-1EE4-516C-7D6787B0E6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7E5F0DB-E041-4A5D-71D2-49530588C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19F49-9127-45EC-B031-5B1B1675F9A8}" type="datetimeFigureOut">
              <a:rPr lang="ru-RU" smtClean="0"/>
              <a:t>12.04.2026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5C4E1AD-0C1F-193C-59F7-60E95BDAA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3EF546E-4A0E-6082-D776-D7CFDBC16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60AEB-2D89-42F0-8441-4EAF7B999E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76671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21EE0E-485D-2E0A-EF9A-230880019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0201488-9BC7-29D3-C2F5-6D57E0C95C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ED860AC-C953-18A5-83A9-3DEE9C7CB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19F49-9127-45EC-B031-5B1B1675F9A8}" type="datetimeFigureOut">
              <a:rPr lang="ru-RU" smtClean="0"/>
              <a:t>12.04.2026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3A6A9AE-57E3-97CE-7CB0-13680A03F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C1B16D7-C21A-F346-85D7-DBEF12CCD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60AEB-2D89-42F0-8441-4EAF7B999E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86198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26172B-86DE-B6D7-6F03-4324AE020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5200258-6F20-87C2-F3B3-D659126BC4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5CD8CCD-D64B-EE24-F70E-ED21EFB4BA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2C00DE7-5AFF-A9DC-419E-2CE40143F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19F49-9127-45EC-B031-5B1B1675F9A8}" type="datetimeFigureOut">
              <a:rPr lang="ru-RU" smtClean="0"/>
              <a:t>12.04.2026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EE6B517-BE23-7392-6C5B-1A9777CC6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C152274-6D26-FBE7-FCB2-0ECD0F855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60AEB-2D89-42F0-8441-4EAF7B999E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29967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90A5E6-D141-3110-E96B-BE441DB5D3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ED555E4-6FDF-61C6-13DD-8E9659766A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06BA745-2CA2-4F80-B26A-D0B8A341E0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EE24488-4CAA-35FA-DB5A-8EFA9BFACE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FED0373-7786-DE30-79DD-06A88356E4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60AA239-DD4A-7B11-2E1F-962E8AB1B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19F49-9127-45EC-B031-5B1B1675F9A8}" type="datetimeFigureOut">
              <a:rPr lang="ru-RU" smtClean="0"/>
              <a:t>12.04.2026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F82375A-4332-39B1-4AA0-E0607931E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2A903CE-594F-63DA-607E-A5764FB5C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60AEB-2D89-42F0-8441-4EAF7B999E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72813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BE84A8-6C82-9B86-D2C7-FF95DD98F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3FF5707-F918-C52D-A532-5ED8223F2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19F49-9127-45EC-B031-5B1B1675F9A8}" type="datetimeFigureOut">
              <a:rPr lang="ru-RU" smtClean="0"/>
              <a:t>12.04.2026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615E9FA-3BEC-9F79-9042-CD58DA639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265F064-AD0F-C747-97BE-3491A38A1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60AEB-2D89-42F0-8441-4EAF7B999E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02100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83F1B676-3598-3F06-2BBD-6DC28FEFB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19F49-9127-45EC-B031-5B1B1675F9A8}" type="datetimeFigureOut">
              <a:rPr lang="ru-RU" smtClean="0"/>
              <a:t>12.04.2026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FDA3E93-4037-1742-388D-2E345D3DA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8E4EAC6-217A-126C-F4AC-1E0DAA8BA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60AEB-2D89-42F0-8441-4EAF7B999E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7884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0D2F03-863E-3EA3-6DD1-358A6C091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551CE7A-5FBB-5262-0CCC-3A1600DD4A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AD783AB-3FE0-4CF1-CF8C-17EF1F1AD0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4BAB840-3850-92C4-750C-6F2C1E87D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19F49-9127-45EC-B031-5B1B1675F9A8}" type="datetimeFigureOut">
              <a:rPr lang="ru-RU" smtClean="0"/>
              <a:t>12.04.2026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30D1174-7BBB-1AF7-4B4F-F8F26BEC5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6A8356B-D7B1-680F-F23A-B4D93AB1B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60AEB-2D89-42F0-8441-4EAF7B999E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2391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3F91EA-4ADA-D0AC-0E09-514333481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82013ED-5F40-03E1-FE27-D6B7EF497E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C8A26E1-539E-65C0-83B4-5EB911223F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076B05E-A1F7-B18C-28FF-E4192BE2F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19F49-9127-45EC-B031-5B1B1675F9A8}" type="datetimeFigureOut">
              <a:rPr lang="ru-RU" smtClean="0"/>
              <a:t>12.04.2026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11C2E0D-74B4-D2FB-5A5A-F6D90E485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907BF4-3DCF-62F2-7ED5-D00DF5308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60AEB-2D89-42F0-8441-4EAF7B999E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85153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58B785-0C5D-0E21-66A9-7A86B69CD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8826EC9-D92E-2DBA-7EFF-D135110B90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76B8A00-5F87-EA50-537A-987ED9F4D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19F49-9127-45EC-B031-5B1B1675F9A8}" type="datetimeFigureOut">
              <a:rPr lang="ru-RU" smtClean="0"/>
              <a:t>12.04.2026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DD63AF3-459E-9859-5AC5-B127780F1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319B9AD-76B9-3D48-A6B6-41CFC2024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60AEB-2D89-42F0-8441-4EAF7B999E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90688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58112DED-E572-E003-4433-BC0ACEB4D9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A152E6E-66CB-81FD-11CF-52068AA4FD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8E68829-70C1-4C74-9B0D-9AD8789CC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19F49-9127-45EC-B031-5B1B1675F9A8}" type="datetimeFigureOut">
              <a:rPr lang="ru-RU" smtClean="0"/>
              <a:t>12.04.2026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8BC54BE-AB2A-BFAE-5375-709B3DB61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B9FAD68-B4C7-C75C-98DC-6A5B4D1D0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60AEB-2D89-42F0-8441-4EAF7B999E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86894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A9BD9A-F8CB-BF7B-D794-728604F5BF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B309E7E-683F-5198-E56E-973898414E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19FCDD1-ED1B-BCE7-0E0F-E22DA4B69F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F19F49-9127-45EC-B031-5B1B1675F9A8}" type="datetimeFigureOut">
              <a:rPr lang="ru-RU" smtClean="0"/>
              <a:t>12.04.2026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36BD7F7-AA52-375A-46EC-24C7F46B84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EEA52C3-2EF5-DD2E-0A68-E01B3C6D16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460AEB-2D89-42F0-8441-4EAF7B999E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6259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ACBDF65-4FCF-FAD6-F5A1-C902F0444B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3547" y="176547"/>
            <a:ext cx="6504905" cy="650490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509D740-FCD0-E2C9-CEC5-CCD36CAF2BE9}"/>
              </a:ext>
            </a:extLst>
          </p:cNvPr>
          <p:cNvSpPr txBox="1"/>
          <p:nvPr/>
        </p:nvSpPr>
        <p:spPr>
          <a:xfrm>
            <a:off x="4781550" y="290512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5E720B-08AC-D9F9-2E24-1EEA33EA2836}"/>
              </a:ext>
            </a:extLst>
          </p:cNvPr>
          <p:cNvSpPr txBox="1"/>
          <p:nvPr/>
        </p:nvSpPr>
        <p:spPr>
          <a:xfrm>
            <a:off x="5337297" y="2905125"/>
            <a:ext cx="500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solidFill>
                  <a:srgbClr val="FF0000"/>
                </a:solidFill>
              </a:rPr>
              <a:t>0.9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71F493-0776-F456-1016-AB342FB98425}"/>
              </a:ext>
            </a:extLst>
          </p:cNvPr>
          <p:cNvSpPr txBox="1"/>
          <p:nvPr/>
        </p:nvSpPr>
        <p:spPr>
          <a:xfrm>
            <a:off x="4041898" y="2905125"/>
            <a:ext cx="500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solidFill>
                  <a:srgbClr val="FF0000"/>
                </a:solidFill>
              </a:rPr>
              <a:t>0.9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882ED2-39EA-9D29-D592-2ABC0D50F3CB}"/>
              </a:ext>
            </a:extLst>
          </p:cNvPr>
          <p:cNvSpPr txBox="1"/>
          <p:nvPr/>
        </p:nvSpPr>
        <p:spPr>
          <a:xfrm>
            <a:off x="6601896" y="2905125"/>
            <a:ext cx="500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solidFill>
                  <a:srgbClr val="FF0000"/>
                </a:solidFill>
              </a:rPr>
              <a:t>0.9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95552E4-5C54-7BB8-B3BC-9591645B1B36}"/>
              </a:ext>
            </a:extLst>
          </p:cNvPr>
          <p:cNvSpPr txBox="1"/>
          <p:nvPr/>
        </p:nvSpPr>
        <p:spPr>
          <a:xfrm>
            <a:off x="4685370" y="3583544"/>
            <a:ext cx="500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solidFill>
                  <a:srgbClr val="FF0000"/>
                </a:solidFill>
              </a:rPr>
              <a:t>0.9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FA329C9-D949-1CDC-2899-398CEA0BB7CB}"/>
              </a:ext>
            </a:extLst>
          </p:cNvPr>
          <p:cNvSpPr txBox="1"/>
          <p:nvPr/>
        </p:nvSpPr>
        <p:spPr>
          <a:xfrm>
            <a:off x="7898974" y="2905125"/>
            <a:ext cx="500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solidFill>
                  <a:srgbClr val="FF0000"/>
                </a:solidFill>
              </a:rPr>
              <a:t>0.9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99EDAE3-9C90-3031-BED3-533113713062}"/>
              </a:ext>
            </a:extLst>
          </p:cNvPr>
          <p:cNvSpPr txBox="1"/>
          <p:nvPr/>
        </p:nvSpPr>
        <p:spPr>
          <a:xfrm>
            <a:off x="4747678" y="2226706"/>
            <a:ext cx="500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solidFill>
                  <a:srgbClr val="FF0000"/>
                </a:solidFill>
              </a:rPr>
              <a:t>0.8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A72BC71-6930-08C6-E14B-464530DC551C}"/>
              </a:ext>
            </a:extLst>
          </p:cNvPr>
          <p:cNvSpPr txBox="1"/>
          <p:nvPr/>
        </p:nvSpPr>
        <p:spPr>
          <a:xfrm>
            <a:off x="4060809" y="3583544"/>
            <a:ext cx="500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solidFill>
                  <a:srgbClr val="FF0000"/>
                </a:solidFill>
              </a:rPr>
              <a:t>0.8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2A10D69-314B-0571-5B48-FE2CCA7959B3}"/>
              </a:ext>
            </a:extLst>
          </p:cNvPr>
          <p:cNvSpPr txBox="1"/>
          <p:nvPr/>
        </p:nvSpPr>
        <p:spPr>
          <a:xfrm>
            <a:off x="7206838" y="2236231"/>
            <a:ext cx="500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solidFill>
                  <a:srgbClr val="FF0000"/>
                </a:solidFill>
              </a:rPr>
              <a:t>0.8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0F2454A-1642-AC40-514E-E3ABB9FB0E93}"/>
              </a:ext>
            </a:extLst>
          </p:cNvPr>
          <p:cNvSpPr txBox="1"/>
          <p:nvPr/>
        </p:nvSpPr>
        <p:spPr>
          <a:xfrm>
            <a:off x="7285695" y="3583544"/>
            <a:ext cx="500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solidFill>
                  <a:srgbClr val="FF0000"/>
                </a:solidFill>
              </a:rPr>
              <a:t>0.9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993E888-751D-4C96-B5C2-9EFB566729E6}"/>
              </a:ext>
            </a:extLst>
          </p:cNvPr>
          <p:cNvSpPr txBox="1"/>
          <p:nvPr/>
        </p:nvSpPr>
        <p:spPr>
          <a:xfrm>
            <a:off x="7336082" y="290512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66D176A-25DE-17BB-C523-B04F2D2C573C}"/>
              </a:ext>
            </a:extLst>
          </p:cNvPr>
          <p:cNvSpPr txBox="1"/>
          <p:nvPr/>
        </p:nvSpPr>
        <p:spPr>
          <a:xfrm>
            <a:off x="5270623" y="3497819"/>
            <a:ext cx="500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solidFill>
                  <a:srgbClr val="FF0000"/>
                </a:solidFill>
              </a:rPr>
              <a:t>0.8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E5C13E0-6E6E-6A05-4409-BEE437127ADB}"/>
              </a:ext>
            </a:extLst>
          </p:cNvPr>
          <p:cNvSpPr txBox="1"/>
          <p:nvPr/>
        </p:nvSpPr>
        <p:spPr>
          <a:xfrm>
            <a:off x="7815407" y="3583544"/>
            <a:ext cx="500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solidFill>
                  <a:srgbClr val="FF0000"/>
                </a:solidFill>
              </a:rPr>
              <a:t>0.8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AAA9DA6-CB7B-8E6F-BEF3-5EC3FEB4E42C}"/>
              </a:ext>
            </a:extLst>
          </p:cNvPr>
          <p:cNvSpPr txBox="1"/>
          <p:nvPr/>
        </p:nvSpPr>
        <p:spPr>
          <a:xfrm>
            <a:off x="6600827" y="3535920"/>
            <a:ext cx="500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solidFill>
                  <a:srgbClr val="FF0000"/>
                </a:solidFill>
              </a:rPr>
              <a:t>0.8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6BAD2A3-FF3B-500E-95D3-4BBF3962CF3F}"/>
              </a:ext>
            </a:extLst>
          </p:cNvPr>
          <p:cNvSpPr txBox="1"/>
          <p:nvPr/>
        </p:nvSpPr>
        <p:spPr>
          <a:xfrm>
            <a:off x="4247220" y="4183619"/>
            <a:ext cx="500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solidFill>
                  <a:srgbClr val="FF0000"/>
                </a:solidFill>
              </a:rPr>
              <a:t>0.6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9D68D02-3A80-CEFF-3729-509EC503F4D5}"/>
              </a:ext>
            </a:extLst>
          </p:cNvPr>
          <p:cNvSpPr txBox="1"/>
          <p:nvPr/>
        </p:nvSpPr>
        <p:spPr>
          <a:xfrm>
            <a:off x="4781550" y="4127609"/>
            <a:ext cx="500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solidFill>
                  <a:srgbClr val="FF0000"/>
                </a:solidFill>
              </a:rPr>
              <a:t>0.7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2427A0D-487F-FE2A-992C-BC3E1ACB3310}"/>
              </a:ext>
            </a:extLst>
          </p:cNvPr>
          <p:cNvSpPr txBox="1"/>
          <p:nvPr/>
        </p:nvSpPr>
        <p:spPr>
          <a:xfrm>
            <a:off x="5332930" y="4090513"/>
            <a:ext cx="500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solidFill>
                  <a:srgbClr val="FF0000"/>
                </a:solidFill>
              </a:rPr>
              <a:t>0.7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CFB3DD2-FD8B-93A0-187B-5069539885DB}"/>
              </a:ext>
            </a:extLst>
          </p:cNvPr>
          <p:cNvSpPr txBox="1"/>
          <p:nvPr/>
        </p:nvSpPr>
        <p:spPr>
          <a:xfrm>
            <a:off x="4088447" y="2196584"/>
            <a:ext cx="500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solidFill>
                  <a:srgbClr val="FF0000"/>
                </a:solidFill>
              </a:rPr>
              <a:t>0.6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30966DB-F5BF-6E6A-FC59-B6E8C739FC6A}"/>
              </a:ext>
            </a:extLst>
          </p:cNvPr>
          <p:cNvSpPr txBox="1"/>
          <p:nvPr/>
        </p:nvSpPr>
        <p:spPr>
          <a:xfrm>
            <a:off x="6435452" y="4108559"/>
            <a:ext cx="500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solidFill>
                  <a:srgbClr val="FF0000"/>
                </a:solidFill>
              </a:rPr>
              <a:t>0.7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91109F3-074B-BC7B-6314-9EC6B00C6A49}"/>
              </a:ext>
            </a:extLst>
          </p:cNvPr>
          <p:cNvSpPr txBox="1"/>
          <p:nvPr/>
        </p:nvSpPr>
        <p:spPr>
          <a:xfrm>
            <a:off x="6956609" y="4127609"/>
            <a:ext cx="500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solidFill>
                  <a:srgbClr val="FF0000"/>
                </a:solidFill>
              </a:rPr>
              <a:t>0.7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215CA55-CE6F-9079-20A5-0DD99CD327BB}"/>
              </a:ext>
            </a:extLst>
          </p:cNvPr>
          <p:cNvSpPr txBox="1"/>
          <p:nvPr/>
        </p:nvSpPr>
        <p:spPr>
          <a:xfrm>
            <a:off x="7535924" y="4197433"/>
            <a:ext cx="500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solidFill>
                  <a:srgbClr val="FF0000"/>
                </a:solidFill>
              </a:rPr>
              <a:t>0.6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F2A7F6F-7EBE-3BF2-5852-83E29D627F86}"/>
              </a:ext>
            </a:extLst>
          </p:cNvPr>
          <p:cNvSpPr txBox="1"/>
          <p:nvPr/>
        </p:nvSpPr>
        <p:spPr>
          <a:xfrm>
            <a:off x="5318027" y="2275335"/>
            <a:ext cx="500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solidFill>
                  <a:srgbClr val="FF0000"/>
                </a:solidFill>
              </a:rPr>
              <a:t>0.6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0816886-4BCA-C35A-8150-41F4C635D33F}"/>
              </a:ext>
            </a:extLst>
          </p:cNvPr>
          <p:cNvSpPr txBox="1"/>
          <p:nvPr/>
        </p:nvSpPr>
        <p:spPr>
          <a:xfrm>
            <a:off x="5871798" y="2905124"/>
            <a:ext cx="500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solidFill>
                  <a:srgbClr val="FF0000"/>
                </a:solidFill>
              </a:rPr>
              <a:t>0.7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A99AF81-1179-9B0F-B47A-DC6F2C085040}"/>
              </a:ext>
            </a:extLst>
          </p:cNvPr>
          <p:cNvSpPr txBox="1"/>
          <p:nvPr/>
        </p:nvSpPr>
        <p:spPr>
          <a:xfrm>
            <a:off x="5845770" y="3457573"/>
            <a:ext cx="500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solidFill>
                  <a:srgbClr val="FF0000"/>
                </a:solidFill>
              </a:rPr>
              <a:t>0.4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25554CC-7B41-EDE1-2B13-BFDC98C8002F}"/>
              </a:ext>
            </a:extLst>
          </p:cNvPr>
          <p:cNvSpPr txBox="1"/>
          <p:nvPr/>
        </p:nvSpPr>
        <p:spPr>
          <a:xfrm>
            <a:off x="5884072" y="4128682"/>
            <a:ext cx="500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solidFill>
                  <a:srgbClr val="FF0000"/>
                </a:solidFill>
              </a:rPr>
              <a:t>0.4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F1EAF71-81AF-628A-E054-EB7BA25C484B}"/>
              </a:ext>
            </a:extLst>
          </p:cNvPr>
          <p:cNvSpPr txBox="1"/>
          <p:nvPr/>
        </p:nvSpPr>
        <p:spPr>
          <a:xfrm>
            <a:off x="6555842" y="2263761"/>
            <a:ext cx="500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solidFill>
                  <a:srgbClr val="FF0000"/>
                </a:solidFill>
              </a:rPr>
              <a:t>0.6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B8956FB-F303-B353-111D-2467EA695EF5}"/>
              </a:ext>
            </a:extLst>
          </p:cNvPr>
          <p:cNvSpPr txBox="1"/>
          <p:nvPr/>
        </p:nvSpPr>
        <p:spPr>
          <a:xfrm>
            <a:off x="8105714" y="4336019"/>
            <a:ext cx="500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solidFill>
                  <a:srgbClr val="FF0000"/>
                </a:solidFill>
              </a:rPr>
              <a:t>0.6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C679C2B-219D-4987-B87F-C04F3C2CCA49}"/>
              </a:ext>
            </a:extLst>
          </p:cNvPr>
          <p:cNvSpPr txBox="1"/>
          <p:nvPr/>
        </p:nvSpPr>
        <p:spPr>
          <a:xfrm>
            <a:off x="3744824" y="4336019"/>
            <a:ext cx="500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solidFill>
                  <a:srgbClr val="FF0000"/>
                </a:solidFill>
              </a:rPr>
              <a:t>0.6</a:t>
            </a:r>
          </a:p>
        </p:txBody>
      </p:sp>
    </p:spTree>
    <p:extLst>
      <p:ext uri="{BB962C8B-B14F-4D97-AF65-F5344CB8AC3E}">
        <p14:creationId xmlns:p14="http://schemas.microsoft.com/office/powerpoint/2010/main" val="33884728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D3E8A-F76D-70BE-19A2-F7E4E42A6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02AA770-EC0D-15ED-B484-DF9DE0925B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3547" y="176547"/>
            <a:ext cx="6504905" cy="6504905"/>
          </a:xfrm>
          <a:prstGeom prst="rect">
            <a:avLst/>
          </a:prstGeom>
        </p:spPr>
      </p:pic>
      <p:sp>
        <p:nvSpPr>
          <p:cNvPr id="2" name="Овал 1">
            <a:extLst>
              <a:ext uri="{FF2B5EF4-FFF2-40B4-BE49-F238E27FC236}">
                <a16:creationId xmlns:a16="http://schemas.microsoft.com/office/drawing/2014/main" id="{9D09720E-D109-9144-D52A-144612B36856}"/>
              </a:ext>
            </a:extLst>
          </p:cNvPr>
          <p:cNvSpPr>
            <a:spLocks noChangeAspect="1"/>
          </p:cNvSpPr>
          <p:nvPr/>
        </p:nvSpPr>
        <p:spPr>
          <a:xfrm>
            <a:off x="4619625" y="3028948"/>
            <a:ext cx="396000" cy="396000"/>
          </a:xfrm>
          <a:prstGeom prst="ellipse">
            <a:avLst/>
          </a:prstGeom>
          <a:solidFill>
            <a:srgbClr val="FF0000">
              <a:alpha val="6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Овал 2">
            <a:extLst>
              <a:ext uri="{FF2B5EF4-FFF2-40B4-BE49-F238E27FC236}">
                <a16:creationId xmlns:a16="http://schemas.microsoft.com/office/drawing/2014/main" id="{8F561253-48B2-1822-256A-AA0550A5C166}"/>
              </a:ext>
            </a:extLst>
          </p:cNvPr>
          <p:cNvSpPr>
            <a:spLocks noChangeAspect="1"/>
          </p:cNvSpPr>
          <p:nvPr/>
        </p:nvSpPr>
        <p:spPr>
          <a:xfrm>
            <a:off x="7176377" y="3028948"/>
            <a:ext cx="396000" cy="396000"/>
          </a:xfrm>
          <a:prstGeom prst="ellipse">
            <a:avLst/>
          </a:prstGeom>
          <a:solidFill>
            <a:srgbClr val="FF0000">
              <a:alpha val="6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Овал 3">
            <a:extLst>
              <a:ext uri="{FF2B5EF4-FFF2-40B4-BE49-F238E27FC236}">
                <a16:creationId xmlns:a16="http://schemas.microsoft.com/office/drawing/2014/main" id="{5E758B3A-2D31-69E8-0A43-72BBE4523409}"/>
              </a:ext>
            </a:extLst>
          </p:cNvPr>
          <p:cNvSpPr>
            <a:spLocks noChangeAspect="1"/>
          </p:cNvSpPr>
          <p:nvPr/>
        </p:nvSpPr>
        <p:spPr>
          <a:xfrm>
            <a:off x="3981450" y="3028948"/>
            <a:ext cx="396000" cy="396000"/>
          </a:xfrm>
          <a:prstGeom prst="ellipse">
            <a:avLst/>
          </a:prstGeom>
          <a:solidFill>
            <a:srgbClr val="FF5050">
              <a:alpha val="6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Овал 28">
            <a:extLst>
              <a:ext uri="{FF2B5EF4-FFF2-40B4-BE49-F238E27FC236}">
                <a16:creationId xmlns:a16="http://schemas.microsoft.com/office/drawing/2014/main" id="{B0E3A1D2-719A-1169-189A-444E0A0D51A3}"/>
              </a:ext>
            </a:extLst>
          </p:cNvPr>
          <p:cNvSpPr>
            <a:spLocks noChangeAspect="1"/>
          </p:cNvSpPr>
          <p:nvPr/>
        </p:nvSpPr>
        <p:spPr>
          <a:xfrm>
            <a:off x="5257800" y="3028948"/>
            <a:ext cx="396000" cy="396000"/>
          </a:xfrm>
          <a:prstGeom prst="ellipse">
            <a:avLst/>
          </a:prstGeom>
          <a:solidFill>
            <a:srgbClr val="FF5050">
              <a:alpha val="6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Овал 32">
            <a:extLst>
              <a:ext uri="{FF2B5EF4-FFF2-40B4-BE49-F238E27FC236}">
                <a16:creationId xmlns:a16="http://schemas.microsoft.com/office/drawing/2014/main" id="{4D6D250F-C093-4D67-9F1E-8ED5BB1F779D}"/>
              </a:ext>
            </a:extLst>
          </p:cNvPr>
          <p:cNvSpPr>
            <a:spLocks noChangeAspect="1"/>
          </p:cNvSpPr>
          <p:nvPr/>
        </p:nvSpPr>
        <p:spPr>
          <a:xfrm>
            <a:off x="6538202" y="3028948"/>
            <a:ext cx="396000" cy="396000"/>
          </a:xfrm>
          <a:prstGeom prst="ellipse">
            <a:avLst/>
          </a:prstGeom>
          <a:solidFill>
            <a:srgbClr val="FF5050">
              <a:alpha val="6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Овал 33">
            <a:extLst>
              <a:ext uri="{FF2B5EF4-FFF2-40B4-BE49-F238E27FC236}">
                <a16:creationId xmlns:a16="http://schemas.microsoft.com/office/drawing/2014/main" id="{74F30BD0-AC60-8DDB-DD0E-487990B26B7D}"/>
              </a:ext>
            </a:extLst>
          </p:cNvPr>
          <p:cNvSpPr>
            <a:spLocks noChangeAspect="1"/>
          </p:cNvSpPr>
          <p:nvPr/>
        </p:nvSpPr>
        <p:spPr>
          <a:xfrm>
            <a:off x="7814552" y="3028948"/>
            <a:ext cx="396000" cy="396000"/>
          </a:xfrm>
          <a:prstGeom prst="ellipse">
            <a:avLst/>
          </a:prstGeom>
          <a:solidFill>
            <a:srgbClr val="FF5050">
              <a:alpha val="6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Овал 34">
            <a:extLst>
              <a:ext uri="{FF2B5EF4-FFF2-40B4-BE49-F238E27FC236}">
                <a16:creationId xmlns:a16="http://schemas.microsoft.com/office/drawing/2014/main" id="{C4A9A2EC-F97F-988E-E0E5-32D7108925BB}"/>
              </a:ext>
            </a:extLst>
          </p:cNvPr>
          <p:cNvSpPr>
            <a:spLocks noChangeAspect="1"/>
          </p:cNvSpPr>
          <p:nvPr/>
        </p:nvSpPr>
        <p:spPr>
          <a:xfrm>
            <a:off x="4672725" y="3667123"/>
            <a:ext cx="396000" cy="396000"/>
          </a:xfrm>
          <a:prstGeom prst="ellipse">
            <a:avLst/>
          </a:prstGeom>
          <a:solidFill>
            <a:srgbClr val="FF0000">
              <a:alpha val="6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Овал 35">
            <a:extLst>
              <a:ext uri="{FF2B5EF4-FFF2-40B4-BE49-F238E27FC236}">
                <a16:creationId xmlns:a16="http://schemas.microsoft.com/office/drawing/2014/main" id="{D65BDC98-D6EE-AE56-C9D2-CDA70D45C059}"/>
              </a:ext>
            </a:extLst>
          </p:cNvPr>
          <p:cNvSpPr>
            <a:spLocks noChangeAspect="1"/>
          </p:cNvSpPr>
          <p:nvPr/>
        </p:nvSpPr>
        <p:spPr>
          <a:xfrm>
            <a:off x="7123277" y="3667123"/>
            <a:ext cx="396000" cy="396000"/>
          </a:xfrm>
          <a:prstGeom prst="ellipse">
            <a:avLst/>
          </a:prstGeom>
          <a:solidFill>
            <a:srgbClr val="FF0000">
              <a:alpha val="6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Овал 37">
            <a:extLst>
              <a:ext uri="{FF2B5EF4-FFF2-40B4-BE49-F238E27FC236}">
                <a16:creationId xmlns:a16="http://schemas.microsoft.com/office/drawing/2014/main" id="{5C6C20B8-95FC-4A18-3490-C56694E7AD70}"/>
              </a:ext>
            </a:extLst>
          </p:cNvPr>
          <p:cNvSpPr>
            <a:spLocks noChangeAspect="1"/>
          </p:cNvSpPr>
          <p:nvPr/>
        </p:nvSpPr>
        <p:spPr>
          <a:xfrm>
            <a:off x="5287800" y="3648073"/>
            <a:ext cx="396000" cy="396000"/>
          </a:xfrm>
          <a:prstGeom prst="ellipse">
            <a:avLst/>
          </a:prstGeom>
          <a:solidFill>
            <a:srgbClr val="FF9999">
              <a:alpha val="6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Овал 38">
            <a:extLst>
              <a:ext uri="{FF2B5EF4-FFF2-40B4-BE49-F238E27FC236}">
                <a16:creationId xmlns:a16="http://schemas.microsoft.com/office/drawing/2014/main" id="{2471896D-D905-D3AC-4F45-84F263FC2CA4}"/>
              </a:ext>
            </a:extLst>
          </p:cNvPr>
          <p:cNvSpPr>
            <a:spLocks noChangeAspect="1"/>
          </p:cNvSpPr>
          <p:nvPr/>
        </p:nvSpPr>
        <p:spPr>
          <a:xfrm>
            <a:off x="4067999" y="3724273"/>
            <a:ext cx="396000" cy="396000"/>
          </a:xfrm>
          <a:prstGeom prst="ellipse">
            <a:avLst/>
          </a:prstGeom>
          <a:solidFill>
            <a:srgbClr val="FF9999">
              <a:alpha val="6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Овал 39">
            <a:extLst>
              <a:ext uri="{FF2B5EF4-FFF2-40B4-BE49-F238E27FC236}">
                <a16:creationId xmlns:a16="http://schemas.microsoft.com/office/drawing/2014/main" id="{FA100DBD-EA01-7339-D798-3A01ED55620D}"/>
              </a:ext>
            </a:extLst>
          </p:cNvPr>
          <p:cNvSpPr>
            <a:spLocks noChangeAspect="1"/>
          </p:cNvSpPr>
          <p:nvPr/>
        </p:nvSpPr>
        <p:spPr>
          <a:xfrm>
            <a:off x="5900027" y="3028948"/>
            <a:ext cx="396000" cy="396000"/>
          </a:xfrm>
          <a:prstGeom prst="ellipse">
            <a:avLst/>
          </a:prstGeom>
          <a:solidFill>
            <a:srgbClr val="FFCCCC">
              <a:alpha val="6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Овал 40">
            <a:extLst>
              <a:ext uri="{FF2B5EF4-FFF2-40B4-BE49-F238E27FC236}">
                <a16:creationId xmlns:a16="http://schemas.microsoft.com/office/drawing/2014/main" id="{7E63D54D-15EA-C537-B542-73EEDB4B07C5}"/>
              </a:ext>
            </a:extLst>
          </p:cNvPr>
          <p:cNvSpPr>
            <a:spLocks noChangeAspect="1"/>
          </p:cNvSpPr>
          <p:nvPr/>
        </p:nvSpPr>
        <p:spPr>
          <a:xfrm>
            <a:off x="4672725" y="2390773"/>
            <a:ext cx="396000" cy="396000"/>
          </a:xfrm>
          <a:prstGeom prst="ellipse">
            <a:avLst/>
          </a:prstGeom>
          <a:solidFill>
            <a:srgbClr val="FF9999">
              <a:alpha val="6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Овал 41">
            <a:extLst>
              <a:ext uri="{FF2B5EF4-FFF2-40B4-BE49-F238E27FC236}">
                <a16:creationId xmlns:a16="http://schemas.microsoft.com/office/drawing/2014/main" id="{D63F1840-F4BC-CD6D-0DC4-AB979F78F3E5}"/>
              </a:ext>
            </a:extLst>
          </p:cNvPr>
          <p:cNvSpPr>
            <a:spLocks noChangeAspect="1"/>
          </p:cNvSpPr>
          <p:nvPr/>
        </p:nvSpPr>
        <p:spPr>
          <a:xfrm>
            <a:off x="7123277" y="2390773"/>
            <a:ext cx="396000" cy="396000"/>
          </a:xfrm>
          <a:prstGeom prst="ellipse">
            <a:avLst/>
          </a:prstGeom>
          <a:solidFill>
            <a:srgbClr val="FF9999">
              <a:alpha val="6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Овал 42">
            <a:extLst>
              <a:ext uri="{FF2B5EF4-FFF2-40B4-BE49-F238E27FC236}">
                <a16:creationId xmlns:a16="http://schemas.microsoft.com/office/drawing/2014/main" id="{CDB44496-AF0A-F447-C84A-670D70537220}"/>
              </a:ext>
            </a:extLst>
          </p:cNvPr>
          <p:cNvSpPr>
            <a:spLocks noChangeAspect="1"/>
          </p:cNvSpPr>
          <p:nvPr/>
        </p:nvSpPr>
        <p:spPr>
          <a:xfrm>
            <a:off x="6518551" y="3648073"/>
            <a:ext cx="396000" cy="396000"/>
          </a:xfrm>
          <a:prstGeom prst="ellipse">
            <a:avLst/>
          </a:prstGeom>
          <a:solidFill>
            <a:srgbClr val="FF9999">
              <a:alpha val="6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4" name="Овал 43">
            <a:extLst>
              <a:ext uri="{FF2B5EF4-FFF2-40B4-BE49-F238E27FC236}">
                <a16:creationId xmlns:a16="http://schemas.microsoft.com/office/drawing/2014/main" id="{62FD8FDD-20F3-9CFA-EF56-13D6569E79D6}"/>
              </a:ext>
            </a:extLst>
          </p:cNvPr>
          <p:cNvSpPr>
            <a:spLocks noChangeAspect="1"/>
          </p:cNvSpPr>
          <p:nvPr/>
        </p:nvSpPr>
        <p:spPr>
          <a:xfrm>
            <a:off x="7732053" y="3724273"/>
            <a:ext cx="396000" cy="396000"/>
          </a:xfrm>
          <a:prstGeom prst="ellipse">
            <a:avLst/>
          </a:prstGeom>
          <a:solidFill>
            <a:srgbClr val="FF9999">
              <a:alpha val="6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6" name="Овал 45">
            <a:extLst>
              <a:ext uri="{FF2B5EF4-FFF2-40B4-BE49-F238E27FC236}">
                <a16:creationId xmlns:a16="http://schemas.microsoft.com/office/drawing/2014/main" id="{FE9FEFA3-4B7E-CA23-B3F1-40E6BB8D2DF6}"/>
              </a:ext>
            </a:extLst>
          </p:cNvPr>
          <p:cNvSpPr>
            <a:spLocks noChangeAspect="1"/>
          </p:cNvSpPr>
          <p:nvPr/>
        </p:nvSpPr>
        <p:spPr>
          <a:xfrm>
            <a:off x="4842750" y="4295773"/>
            <a:ext cx="396000" cy="396000"/>
          </a:xfrm>
          <a:prstGeom prst="ellipse">
            <a:avLst/>
          </a:prstGeom>
          <a:solidFill>
            <a:srgbClr val="FFCCCC">
              <a:alpha val="6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7" name="Овал 46">
            <a:extLst>
              <a:ext uri="{FF2B5EF4-FFF2-40B4-BE49-F238E27FC236}">
                <a16:creationId xmlns:a16="http://schemas.microsoft.com/office/drawing/2014/main" id="{D0696AB6-FFAB-6B2A-F3EB-0CF3409F788F}"/>
              </a:ext>
            </a:extLst>
          </p:cNvPr>
          <p:cNvSpPr>
            <a:spLocks noChangeAspect="1"/>
          </p:cNvSpPr>
          <p:nvPr/>
        </p:nvSpPr>
        <p:spPr>
          <a:xfrm>
            <a:off x="6953252" y="4295773"/>
            <a:ext cx="396000" cy="396000"/>
          </a:xfrm>
          <a:prstGeom prst="ellipse">
            <a:avLst/>
          </a:prstGeom>
          <a:solidFill>
            <a:srgbClr val="FFCCCC">
              <a:alpha val="6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8" name="Овал 47">
            <a:extLst>
              <a:ext uri="{FF2B5EF4-FFF2-40B4-BE49-F238E27FC236}">
                <a16:creationId xmlns:a16="http://schemas.microsoft.com/office/drawing/2014/main" id="{87AEC65D-07E1-C806-3D6A-52851A207526}"/>
              </a:ext>
            </a:extLst>
          </p:cNvPr>
          <p:cNvSpPr>
            <a:spLocks noChangeAspect="1"/>
          </p:cNvSpPr>
          <p:nvPr/>
        </p:nvSpPr>
        <p:spPr>
          <a:xfrm>
            <a:off x="647700" y="1142998"/>
            <a:ext cx="396000" cy="396000"/>
          </a:xfrm>
          <a:prstGeom prst="ellipse">
            <a:avLst/>
          </a:prstGeom>
          <a:solidFill>
            <a:srgbClr val="FF0000">
              <a:alpha val="6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0" name="Овал 49">
            <a:extLst>
              <a:ext uri="{FF2B5EF4-FFF2-40B4-BE49-F238E27FC236}">
                <a16:creationId xmlns:a16="http://schemas.microsoft.com/office/drawing/2014/main" id="{8684A17D-ECE7-C378-009C-38F65DF778F1}"/>
              </a:ext>
            </a:extLst>
          </p:cNvPr>
          <p:cNvSpPr>
            <a:spLocks noChangeAspect="1"/>
          </p:cNvSpPr>
          <p:nvPr/>
        </p:nvSpPr>
        <p:spPr>
          <a:xfrm>
            <a:off x="647700" y="1733548"/>
            <a:ext cx="396000" cy="396000"/>
          </a:xfrm>
          <a:prstGeom prst="ellipse">
            <a:avLst/>
          </a:prstGeom>
          <a:solidFill>
            <a:srgbClr val="FF5050">
              <a:alpha val="6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1" name="Овал 50">
            <a:extLst>
              <a:ext uri="{FF2B5EF4-FFF2-40B4-BE49-F238E27FC236}">
                <a16:creationId xmlns:a16="http://schemas.microsoft.com/office/drawing/2014/main" id="{C19806E5-A977-537D-2C6B-B9F08EFBD554}"/>
              </a:ext>
            </a:extLst>
          </p:cNvPr>
          <p:cNvSpPr>
            <a:spLocks noChangeAspect="1"/>
          </p:cNvSpPr>
          <p:nvPr/>
        </p:nvSpPr>
        <p:spPr>
          <a:xfrm>
            <a:off x="647700" y="2324098"/>
            <a:ext cx="396000" cy="396000"/>
          </a:xfrm>
          <a:prstGeom prst="ellipse">
            <a:avLst/>
          </a:prstGeom>
          <a:solidFill>
            <a:srgbClr val="FF9999">
              <a:alpha val="6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2" name="Овал 51">
            <a:extLst>
              <a:ext uri="{FF2B5EF4-FFF2-40B4-BE49-F238E27FC236}">
                <a16:creationId xmlns:a16="http://schemas.microsoft.com/office/drawing/2014/main" id="{A5927A96-5BC4-7887-CD41-39E305F913A8}"/>
              </a:ext>
            </a:extLst>
          </p:cNvPr>
          <p:cNvSpPr>
            <a:spLocks noChangeAspect="1"/>
          </p:cNvSpPr>
          <p:nvPr/>
        </p:nvSpPr>
        <p:spPr>
          <a:xfrm>
            <a:off x="647700" y="2914648"/>
            <a:ext cx="396000" cy="396000"/>
          </a:xfrm>
          <a:prstGeom prst="ellipse">
            <a:avLst/>
          </a:prstGeom>
          <a:solidFill>
            <a:srgbClr val="FFCCCC">
              <a:alpha val="6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BEB8B21-3DAC-6F94-7FF2-E951B7FD3B15}"/>
              </a:ext>
            </a:extLst>
          </p:cNvPr>
          <p:cNvSpPr txBox="1"/>
          <p:nvPr/>
        </p:nvSpPr>
        <p:spPr>
          <a:xfrm>
            <a:off x="1200150" y="116966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C4DF68E-6669-1B66-A759-0001C68072AA}"/>
              </a:ext>
            </a:extLst>
          </p:cNvPr>
          <p:cNvSpPr txBox="1"/>
          <p:nvPr/>
        </p:nvSpPr>
        <p:spPr>
          <a:xfrm>
            <a:off x="1200150" y="1784739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0.9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2314A89-A8B0-418B-FB39-955C51F7E481}"/>
              </a:ext>
            </a:extLst>
          </p:cNvPr>
          <p:cNvSpPr txBox="1"/>
          <p:nvPr/>
        </p:nvSpPr>
        <p:spPr>
          <a:xfrm>
            <a:off x="1200150" y="2956312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0.7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C265A5D-7A54-0DFD-71C4-1CA234FF7583}"/>
              </a:ext>
            </a:extLst>
          </p:cNvPr>
          <p:cNvSpPr txBox="1"/>
          <p:nvPr/>
        </p:nvSpPr>
        <p:spPr>
          <a:xfrm>
            <a:off x="1212409" y="2337432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0.8</a:t>
            </a:r>
          </a:p>
        </p:txBody>
      </p:sp>
      <p:sp>
        <p:nvSpPr>
          <p:cNvPr id="57" name="Овал 56">
            <a:extLst>
              <a:ext uri="{FF2B5EF4-FFF2-40B4-BE49-F238E27FC236}">
                <a16:creationId xmlns:a16="http://schemas.microsoft.com/office/drawing/2014/main" id="{33D73617-3F78-3BA8-B389-BC9B3D921E54}"/>
              </a:ext>
            </a:extLst>
          </p:cNvPr>
          <p:cNvSpPr>
            <a:spLocks noChangeAspect="1"/>
          </p:cNvSpPr>
          <p:nvPr/>
        </p:nvSpPr>
        <p:spPr>
          <a:xfrm>
            <a:off x="4067999" y="2340409"/>
            <a:ext cx="396000" cy="396000"/>
          </a:xfrm>
          <a:prstGeom prst="ellipse">
            <a:avLst/>
          </a:prstGeom>
          <a:solidFill>
            <a:srgbClr val="FFCCCC">
              <a:alpha val="6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8" name="Овал 57">
            <a:extLst>
              <a:ext uri="{FF2B5EF4-FFF2-40B4-BE49-F238E27FC236}">
                <a16:creationId xmlns:a16="http://schemas.microsoft.com/office/drawing/2014/main" id="{4747E588-6323-4D58-BA43-F63B21FF7B0A}"/>
              </a:ext>
            </a:extLst>
          </p:cNvPr>
          <p:cNvSpPr>
            <a:spLocks noChangeAspect="1"/>
          </p:cNvSpPr>
          <p:nvPr/>
        </p:nvSpPr>
        <p:spPr>
          <a:xfrm>
            <a:off x="4330649" y="4385737"/>
            <a:ext cx="396000" cy="396000"/>
          </a:xfrm>
          <a:prstGeom prst="ellipse">
            <a:avLst/>
          </a:prstGeom>
          <a:solidFill>
            <a:srgbClr val="FFCCCC">
              <a:alpha val="6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9" name="Овал 58">
            <a:extLst>
              <a:ext uri="{FF2B5EF4-FFF2-40B4-BE49-F238E27FC236}">
                <a16:creationId xmlns:a16="http://schemas.microsoft.com/office/drawing/2014/main" id="{3B04D12E-F297-8C4E-7743-475A18F2F90E}"/>
              </a:ext>
            </a:extLst>
          </p:cNvPr>
          <p:cNvSpPr>
            <a:spLocks noChangeAspect="1"/>
          </p:cNvSpPr>
          <p:nvPr/>
        </p:nvSpPr>
        <p:spPr>
          <a:xfrm>
            <a:off x="7465353" y="4371973"/>
            <a:ext cx="396000" cy="396000"/>
          </a:xfrm>
          <a:prstGeom prst="ellipse">
            <a:avLst/>
          </a:prstGeom>
          <a:solidFill>
            <a:srgbClr val="FFCCCC">
              <a:alpha val="6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1" name="Овал 60">
            <a:extLst>
              <a:ext uri="{FF2B5EF4-FFF2-40B4-BE49-F238E27FC236}">
                <a16:creationId xmlns:a16="http://schemas.microsoft.com/office/drawing/2014/main" id="{EA767678-8501-269A-CC4E-EF5FAB68FF25}"/>
              </a:ext>
            </a:extLst>
          </p:cNvPr>
          <p:cNvSpPr>
            <a:spLocks noChangeAspect="1"/>
          </p:cNvSpPr>
          <p:nvPr/>
        </p:nvSpPr>
        <p:spPr>
          <a:xfrm>
            <a:off x="7720281" y="2343148"/>
            <a:ext cx="396000" cy="396000"/>
          </a:xfrm>
          <a:prstGeom prst="ellipse">
            <a:avLst/>
          </a:prstGeom>
          <a:solidFill>
            <a:srgbClr val="FFCCCC">
              <a:alpha val="6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2" name="Овал 61">
            <a:extLst>
              <a:ext uri="{FF2B5EF4-FFF2-40B4-BE49-F238E27FC236}">
                <a16:creationId xmlns:a16="http://schemas.microsoft.com/office/drawing/2014/main" id="{F40EE748-6E1C-125B-CDAE-42039CC12247}"/>
              </a:ext>
            </a:extLst>
          </p:cNvPr>
          <p:cNvSpPr>
            <a:spLocks noChangeAspect="1"/>
          </p:cNvSpPr>
          <p:nvPr/>
        </p:nvSpPr>
        <p:spPr>
          <a:xfrm>
            <a:off x="5909775" y="3638548"/>
            <a:ext cx="396000" cy="396000"/>
          </a:xfrm>
          <a:prstGeom prst="ellipse">
            <a:avLst/>
          </a:prstGeom>
          <a:solidFill>
            <a:srgbClr val="FFCCCC">
              <a:alpha val="6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4" name="Овал 63">
            <a:extLst>
              <a:ext uri="{FF2B5EF4-FFF2-40B4-BE49-F238E27FC236}">
                <a16:creationId xmlns:a16="http://schemas.microsoft.com/office/drawing/2014/main" id="{4085AE25-B569-D67B-C4BB-4121DA7CA82D}"/>
              </a:ext>
            </a:extLst>
          </p:cNvPr>
          <p:cNvSpPr>
            <a:spLocks noChangeAspect="1"/>
          </p:cNvSpPr>
          <p:nvPr/>
        </p:nvSpPr>
        <p:spPr>
          <a:xfrm>
            <a:off x="653175" y="3547353"/>
            <a:ext cx="396000" cy="396000"/>
          </a:xfrm>
          <a:prstGeom prst="ellipse">
            <a:avLst/>
          </a:prstGeom>
          <a:solidFill>
            <a:srgbClr val="FFE5E5">
              <a:alpha val="6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5" name="Овал 64">
            <a:extLst>
              <a:ext uri="{FF2B5EF4-FFF2-40B4-BE49-F238E27FC236}">
                <a16:creationId xmlns:a16="http://schemas.microsoft.com/office/drawing/2014/main" id="{6F300776-0868-94BB-1826-B3B707CAAA24}"/>
              </a:ext>
            </a:extLst>
          </p:cNvPr>
          <p:cNvSpPr>
            <a:spLocks noChangeAspect="1"/>
          </p:cNvSpPr>
          <p:nvPr/>
        </p:nvSpPr>
        <p:spPr>
          <a:xfrm>
            <a:off x="5364376" y="4265171"/>
            <a:ext cx="396000" cy="396000"/>
          </a:xfrm>
          <a:prstGeom prst="ellipse">
            <a:avLst/>
          </a:prstGeom>
          <a:solidFill>
            <a:srgbClr val="FFE5E5">
              <a:alpha val="6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6" name="Овал 65">
            <a:extLst>
              <a:ext uri="{FF2B5EF4-FFF2-40B4-BE49-F238E27FC236}">
                <a16:creationId xmlns:a16="http://schemas.microsoft.com/office/drawing/2014/main" id="{4C7C6C91-C9F6-3C4D-9DB8-30785F5A530C}"/>
              </a:ext>
            </a:extLst>
          </p:cNvPr>
          <p:cNvSpPr>
            <a:spLocks noChangeAspect="1"/>
          </p:cNvSpPr>
          <p:nvPr/>
        </p:nvSpPr>
        <p:spPr>
          <a:xfrm>
            <a:off x="3839246" y="4537346"/>
            <a:ext cx="396000" cy="396000"/>
          </a:xfrm>
          <a:prstGeom prst="ellipse">
            <a:avLst/>
          </a:prstGeom>
          <a:solidFill>
            <a:srgbClr val="FFE5E5">
              <a:alpha val="6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7" name="Овал 66">
            <a:extLst>
              <a:ext uri="{FF2B5EF4-FFF2-40B4-BE49-F238E27FC236}">
                <a16:creationId xmlns:a16="http://schemas.microsoft.com/office/drawing/2014/main" id="{83E113B0-7642-BA58-2069-A914B7878718}"/>
              </a:ext>
            </a:extLst>
          </p:cNvPr>
          <p:cNvSpPr>
            <a:spLocks noChangeAspect="1"/>
          </p:cNvSpPr>
          <p:nvPr/>
        </p:nvSpPr>
        <p:spPr>
          <a:xfrm>
            <a:off x="7967929" y="4544846"/>
            <a:ext cx="396000" cy="396000"/>
          </a:xfrm>
          <a:prstGeom prst="ellipse">
            <a:avLst/>
          </a:prstGeom>
          <a:solidFill>
            <a:srgbClr val="FFE5E5">
              <a:alpha val="6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8" name="Овал 67">
            <a:extLst>
              <a:ext uri="{FF2B5EF4-FFF2-40B4-BE49-F238E27FC236}">
                <a16:creationId xmlns:a16="http://schemas.microsoft.com/office/drawing/2014/main" id="{7D3AA3AE-F175-E04C-A98A-88E74164DBDE}"/>
              </a:ext>
            </a:extLst>
          </p:cNvPr>
          <p:cNvSpPr>
            <a:spLocks noChangeAspect="1"/>
          </p:cNvSpPr>
          <p:nvPr/>
        </p:nvSpPr>
        <p:spPr>
          <a:xfrm>
            <a:off x="6431626" y="4265171"/>
            <a:ext cx="396000" cy="396000"/>
          </a:xfrm>
          <a:prstGeom prst="ellipse">
            <a:avLst/>
          </a:prstGeom>
          <a:solidFill>
            <a:srgbClr val="FFE5E5">
              <a:alpha val="6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9C7E9D2-08C9-C9FA-F3B0-6D6E4D33013C}"/>
              </a:ext>
            </a:extLst>
          </p:cNvPr>
          <p:cNvSpPr txBox="1"/>
          <p:nvPr/>
        </p:nvSpPr>
        <p:spPr>
          <a:xfrm>
            <a:off x="1197746" y="3539607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0.6</a:t>
            </a:r>
          </a:p>
        </p:txBody>
      </p:sp>
      <p:sp>
        <p:nvSpPr>
          <p:cNvPr id="71" name="Овал 70">
            <a:extLst>
              <a:ext uri="{FF2B5EF4-FFF2-40B4-BE49-F238E27FC236}">
                <a16:creationId xmlns:a16="http://schemas.microsoft.com/office/drawing/2014/main" id="{21061F09-5B15-FDDF-17E6-4F48CE87F32B}"/>
              </a:ext>
            </a:extLst>
          </p:cNvPr>
          <p:cNvSpPr>
            <a:spLocks noChangeAspect="1"/>
          </p:cNvSpPr>
          <p:nvPr/>
        </p:nvSpPr>
        <p:spPr>
          <a:xfrm>
            <a:off x="5288779" y="2415296"/>
            <a:ext cx="396000" cy="396000"/>
          </a:xfrm>
          <a:prstGeom prst="ellipse">
            <a:avLst/>
          </a:prstGeom>
          <a:solidFill>
            <a:srgbClr val="FFE5E5">
              <a:alpha val="6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2" name="Овал 71">
            <a:extLst>
              <a:ext uri="{FF2B5EF4-FFF2-40B4-BE49-F238E27FC236}">
                <a16:creationId xmlns:a16="http://schemas.microsoft.com/office/drawing/2014/main" id="{55A81A98-50DE-63F4-EAF0-8BE26D696946}"/>
              </a:ext>
            </a:extLst>
          </p:cNvPr>
          <p:cNvSpPr>
            <a:spLocks noChangeAspect="1"/>
          </p:cNvSpPr>
          <p:nvPr/>
        </p:nvSpPr>
        <p:spPr>
          <a:xfrm>
            <a:off x="6518551" y="2415296"/>
            <a:ext cx="396000" cy="396000"/>
          </a:xfrm>
          <a:prstGeom prst="ellipse">
            <a:avLst/>
          </a:prstGeom>
          <a:solidFill>
            <a:srgbClr val="FFE5E5">
              <a:alpha val="6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19832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1336</TotalTime>
  <Words>33</Words>
  <Application>Microsoft Office PowerPoint</Application>
  <PresentationFormat>Широкоэкранный</PresentationFormat>
  <Paragraphs>33</Paragraphs>
  <Slides>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Тема Office</vt:lpstr>
      <vt:lpstr>Презентация PowerPoint</vt:lpstr>
      <vt:lpstr>Презентация PowerPoint</vt:lpstr>
    </vt:vector>
  </TitlesOfParts>
  <Company>LightKey.Store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Юлия Шевцова</dc:creator>
  <cp:lastModifiedBy>Юлия Шевцова</cp:lastModifiedBy>
  <cp:revision>2</cp:revision>
  <dcterms:created xsi:type="dcterms:W3CDTF">2026-04-12T08:35:35Z</dcterms:created>
  <dcterms:modified xsi:type="dcterms:W3CDTF">2026-04-13T06:51:53Z</dcterms:modified>
</cp:coreProperties>
</file>